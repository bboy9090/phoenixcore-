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2027123"/>
            <a:ext cx="54864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Phoenix Core Mobile App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942207" y="2862635"/>
            <a:ext cx="525958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 Guide for iOS, Android &amp; ChromeOS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3742432" y="4154091"/>
            <a:ext cx="16591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Manus AI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3831729" y="4470202"/>
            <a:ext cx="148054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March 13, 2026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546915"/>
            <a:ext cx="84296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to Phoenix Core Mobile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2094988"/>
            <a:ext cx="39290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Phoenix Core Mobile?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357188" y="2537901"/>
            <a:ext cx="3929063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Phoenix Core Mobile is a powerful companion app for the Phoenix Core desktop engine, enabling remote management and monitoring of OS deployment and USB creation tasks. It provides a modern, intuitive interface for controlling complex operations on a host machine from your iOS, Android, or ChromeOS device.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857750" y="1627770"/>
            <a:ext cx="39290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Capabilities: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857750" y="1942095"/>
            <a:ext cx="3929063" cy="46289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Control: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Initiate and manage USB creation workflows.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857750" y="2476426"/>
            <a:ext cx="3929063" cy="46289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Track build progress, system metrics, and device status.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857750" y="3010756"/>
            <a:ext cx="3929063" cy="23144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Management: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Scan and select target USB devices.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857750" y="3313640"/>
            <a:ext cx="3929063" cy="46289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Profiling: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View detailed host system hardware information.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857750" y="3847970"/>
            <a:ext cx="3929063" cy="46289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OCLP Integration:</a:t>
            </a:r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 OpenCore Legacy Patcher operations for macOS.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857750" y="1942095"/>
            <a:ext cx="803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57750" y="2476426"/>
            <a:ext cx="803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57750" y="3010756"/>
            <a:ext cx="803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0" y="3313640"/>
            <a:ext cx="803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57750" y="3847970"/>
            <a:ext cx="8036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4290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4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Requirements &amp; Prerequisites</a:t>
            </a:r>
            <a:endParaRPr lang="en-US" sz="1704" dirty="0"/>
          </a:p>
        </p:txBody>
      </p:sp>
      <p:sp>
        <p:nvSpPr>
          <p:cNvPr id="4" name="Text 1"/>
          <p:cNvSpPr/>
          <p:nvPr/>
        </p:nvSpPr>
        <p:spPr>
          <a:xfrm>
            <a:off x="571500" y="1057275"/>
            <a:ext cx="37861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 Machine (Backend)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145732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771525" y="1457325"/>
            <a:ext cx="3586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Operating System: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macOS, Windows, Linux (Ubuntu 22.04+), 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ChromeOS (Crostini).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191452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71525" y="1914525"/>
            <a:ext cx="3094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Environment: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Python 3.11+ installed on the host.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220027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71525" y="2200275"/>
            <a:ext cx="30898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Dependencies: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FastAPI, Uvicorn, Psutil, Aiofiles, Pydantic.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248602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771525" y="2486025"/>
            <a:ext cx="3486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Local network connectivity or public IP/domain access.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277177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771525" y="2771775"/>
            <a:ext cx="34715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Hardware: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Available USB 2.0/3.0+ ports for target drive creation.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786313" y="1057275"/>
            <a:ext cx="37861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 Device (Client)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4786313" y="145732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986338" y="1457325"/>
            <a:ext cx="26829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iOS: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Version 13.4 or later (iPhone 6s+, iPad Air 2+).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786313" y="174307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986338" y="1743075"/>
            <a:ext cx="19837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Android: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Version 6.0 (API 23) or later.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786313" y="202882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986338" y="2028825"/>
            <a:ext cx="30624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ChromeOS: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Modern browser support for Expo Web PWA.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786313" y="231457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986338" y="2314575"/>
            <a:ext cx="33517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Connectivity: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Wi-Fi or Cellular data to reach the host backend.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786313" y="260032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▶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986338" y="2600325"/>
            <a:ext cx="32858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~100MB free space for native app or browser cache.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546915"/>
            <a:ext cx="84296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Setup (Host Machine) - Essential First Step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1052336"/>
            <a:ext cx="84296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Clone the Phoenix Core Repository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357188" y="1297009"/>
            <a:ext cx="8429625" cy="3429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1297009"/>
            <a:ext cx="28575" cy="3429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297009"/>
            <a:ext cx="8429625" cy="3429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clone Bboy9090/PhoenixCore- /home/ubuntu/PhoenixCore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357188" y="1782784"/>
            <a:ext cx="84296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Navigate to the Backend Directory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357188" y="2027458"/>
            <a:ext cx="8429625" cy="3429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0" name="Shape 7"/>
          <p:cNvSpPr/>
          <p:nvPr/>
        </p:nvSpPr>
        <p:spPr>
          <a:xfrm>
            <a:off x="357188" y="2027458"/>
            <a:ext cx="28575" cy="3429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357188" y="2027458"/>
            <a:ext cx="8429625" cy="3429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/home/ubuntu/phoenix-core-backend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57188" y="2513233"/>
            <a:ext cx="84296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Install Python Dependencies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357188" y="2757906"/>
            <a:ext cx="8429625" cy="3429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4" name="Shape 11"/>
          <p:cNvSpPr/>
          <p:nvPr/>
        </p:nvSpPr>
        <p:spPr>
          <a:xfrm>
            <a:off x="357188" y="2757906"/>
            <a:ext cx="28575" cy="3429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357188" y="2757906"/>
            <a:ext cx="8429625" cy="3429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pip3 install fastapi uvicorn psutil aiofiles pydantic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57188" y="3243681"/>
            <a:ext cx="84296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Start the FastAPI Backend Server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357188" y="3488355"/>
            <a:ext cx="8429625" cy="342900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8" name="Shape 15"/>
          <p:cNvSpPr/>
          <p:nvPr/>
        </p:nvSpPr>
        <p:spPr>
          <a:xfrm>
            <a:off x="357188" y="3488355"/>
            <a:ext cx="28575" cy="3429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6"/>
          <p:cNvSpPr/>
          <p:nvPr/>
        </p:nvSpPr>
        <p:spPr>
          <a:xfrm>
            <a:off x="357188" y="3488355"/>
            <a:ext cx="8429625" cy="3429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python3.11 main.py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57188" y="3974130"/>
            <a:ext cx="8429625" cy="19288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The backend will start on http://localhost:8000. Ensure port 8000 is open on your host machine's firewall.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 App Installation: Developer &amp; Testing</a:t>
            </a:r>
            <a:endParaRPr lang="en-US" sz="1704" dirty="0"/>
          </a:p>
        </p:txBody>
      </p:sp>
      <p:sp>
        <p:nvSpPr>
          <p:cNvPr id="4" name="Text 1"/>
          <p:cNvSpPr/>
          <p:nvPr/>
        </p:nvSpPr>
        <p:spPr>
          <a:xfrm>
            <a:off x="428625" y="1005483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750094" y="1005483"/>
            <a:ext cx="3679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 Node.js (v18+) and npm are installed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your machine.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534120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750094" y="1534120"/>
            <a:ext cx="3679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Tools: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Install the Expo CLI globally to manage the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lifecycle.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2062758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750094" y="2062758"/>
            <a:ext cx="3679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Navigate to the mobile directory and install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project-specific packages.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28625" y="2591395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750094" y="2591395"/>
            <a:ext cx="3679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Start the development server to generate the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QR code.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28625" y="3120033"/>
            <a:ext cx="214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750094" y="3120033"/>
            <a:ext cx="367903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Open the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 Go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 on your iOS/Android device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scan the code.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28625" y="3862983"/>
            <a:ext cx="40005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Ideal for rapid iteration and testing without full native builds.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714875" y="1005483"/>
            <a:ext cx="4000500" cy="3086100"/>
          </a:xfrm>
          <a:prstGeom prst="rect">
            <a:avLst/>
          </a:prstGeom>
          <a:solidFill>
            <a:srgbClr val="16161E"/>
          </a:solidFill>
          <a:ln w="9144">
            <a:solidFill>
              <a:srgbClr val="2A2A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29188" y="1219795"/>
            <a:ext cx="35718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TERMINAL COMMANDS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929188" y="1526977"/>
            <a:ext cx="3571875" cy="182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Expo CLI</a:t>
            </a: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expo-cli</a:t>
            </a: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Setup Project</a:t>
            </a: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phoenix-core-mobile</a:t>
            </a: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Start Development Server</a:t>
            </a:r>
            <a:endParaRPr lang="en-US" sz="834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546915"/>
            <a:ext cx="84296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 App Installation - Production (iOS)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1052336"/>
            <a:ext cx="214313" cy="395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678656" y="1052336"/>
            <a:ext cx="445948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Developer Account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678656" y="1268071"/>
            <a:ext cx="445948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an active Apple Developer Program membership for distribution.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57188" y="1590963"/>
            <a:ext cx="214313" cy="677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678656" y="1590963"/>
            <a:ext cx="243959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&amp; Login to EAS CLI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678656" y="1842418"/>
            <a:ext cx="2439591" cy="425751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0" name="Shape 7"/>
          <p:cNvSpPr/>
          <p:nvPr/>
        </p:nvSpPr>
        <p:spPr>
          <a:xfrm>
            <a:off x="678656" y="1842418"/>
            <a:ext cx="28575" cy="425751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11" name="Text 8"/>
          <p:cNvSpPr/>
          <p:nvPr/>
        </p:nvSpPr>
        <p:spPr>
          <a:xfrm>
            <a:off x="678656" y="1842418"/>
            <a:ext cx="2439591" cy="42575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npm install -g eas-cli &amp;&amp; eas login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57188" y="2411044"/>
            <a:ext cx="214313" cy="57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678656" y="2411044"/>
            <a:ext cx="456485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app.json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78656" y="2639281"/>
            <a:ext cx="9929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your unique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671638" y="2628565"/>
            <a:ext cx="12344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bundleIdentifier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906083" y="2639281"/>
            <a:ext cx="298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204335" y="2628565"/>
            <a:ext cx="6943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projectId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898729" y="2639281"/>
            <a:ext cx="8126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mobile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678656" y="2819298"/>
            <a:ext cx="5750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directory.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57188" y="3131474"/>
            <a:ext cx="219670" cy="677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684014" y="3131474"/>
            <a:ext cx="304680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for iOS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684014" y="3382928"/>
            <a:ext cx="3046809" cy="425751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3" name="Shape 20"/>
          <p:cNvSpPr/>
          <p:nvPr/>
        </p:nvSpPr>
        <p:spPr>
          <a:xfrm>
            <a:off x="684014" y="3382928"/>
            <a:ext cx="28575" cy="425751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24" name="Text 21"/>
          <p:cNvSpPr/>
          <p:nvPr/>
        </p:nvSpPr>
        <p:spPr>
          <a:xfrm>
            <a:off x="684014" y="3382928"/>
            <a:ext cx="3046809" cy="42575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eas build --platform ios --profile production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5529263" y="1266648"/>
            <a:ext cx="3257550" cy="1384102"/>
          </a:xfrm>
          <a:prstGeom prst="rect">
            <a:avLst/>
          </a:prstGeom>
          <a:solidFill>
            <a:srgbClr val="161620"/>
          </a:solidFill>
          <a:ln/>
        </p:spPr>
      </p:sp>
      <p:sp>
        <p:nvSpPr>
          <p:cNvPr id="26" name="Shape 23"/>
          <p:cNvSpPr/>
          <p:nvPr/>
        </p:nvSpPr>
        <p:spPr>
          <a:xfrm>
            <a:off x="5529263" y="1266648"/>
            <a:ext cx="3257550" cy="14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4"/>
          <p:cNvSpPr/>
          <p:nvPr/>
        </p:nvSpPr>
        <p:spPr>
          <a:xfrm>
            <a:off x="5672138" y="1409523"/>
            <a:ext cx="2971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Workflow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672138" y="1636337"/>
            <a:ext cx="2971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build process generates an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.ipa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file. This file is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uploaded to App Store Connect.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TestFlight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internal beta testing before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submitting to the App Store for public release.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5529263" y="2850775"/>
            <a:ext cx="3257550" cy="1041202"/>
          </a:xfrm>
          <a:prstGeom prst="rect">
            <a:avLst/>
          </a:prstGeom>
          <a:solidFill>
            <a:srgbClr val="161620"/>
          </a:solidFill>
          <a:ln/>
        </p:spPr>
      </p:sp>
      <p:sp>
        <p:nvSpPr>
          <p:cNvPr id="30" name="Shape 27"/>
          <p:cNvSpPr/>
          <p:nvPr/>
        </p:nvSpPr>
        <p:spPr>
          <a:xfrm>
            <a:off x="5529263" y="2850775"/>
            <a:ext cx="3257550" cy="14288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31" name="Text 28"/>
          <p:cNvSpPr/>
          <p:nvPr/>
        </p:nvSpPr>
        <p:spPr>
          <a:xfrm>
            <a:off x="5672138" y="2993650"/>
            <a:ext cx="2971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Prerequisites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672138" y="3220464"/>
            <a:ext cx="2971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macOS for local builds (or use EAS Cloud)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Xcode Command Line Tools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Valid distribution certificates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3550444" cy="3768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791170"/>
            <a:ext cx="3550444" cy="14288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550444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Android Production Deployment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571500" y="1076920"/>
            <a:ext cx="214313" cy="24645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928688" y="1076920"/>
            <a:ext cx="35004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Account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928688" y="1307306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you have an active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Play Developer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account for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submission.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1821656"/>
            <a:ext cx="214313" cy="24645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928688" y="1821656"/>
            <a:ext cx="35004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 CLI Setup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928688" y="2052042"/>
            <a:ext cx="350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Expo Application Services CLI globally: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928688" y="2280642"/>
            <a:ext cx="3500438" cy="18752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3" name="Shape 10"/>
          <p:cNvSpPr/>
          <p:nvPr/>
        </p:nvSpPr>
        <p:spPr>
          <a:xfrm>
            <a:off x="928688" y="2280642"/>
            <a:ext cx="21431" cy="18752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928688" y="2280642"/>
            <a:ext cx="3500438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npm install -g eas-cli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571500" y="2639616"/>
            <a:ext cx="214313" cy="24645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928688" y="2639616"/>
            <a:ext cx="35004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928688" y="2870002"/>
            <a:ext cx="350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to your Expo account to link the project: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928688" y="3098602"/>
            <a:ext cx="3500438" cy="18752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9" name="Shape 16"/>
          <p:cNvSpPr/>
          <p:nvPr/>
        </p:nvSpPr>
        <p:spPr>
          <a:xfrm>
            <a:off x="928688" y="3098602"/>
            <a:ext cx="21431" cy="18752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928688" y="3098602"/>
            <a:ext cx="3500438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eas login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714875" y="1076920"/>
            <a:ext cx="219670" cy="24645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>
            <a:off x="5077420" y="1076920"/>
            <a:ext cx="34950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Configuration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77420" y="1323380"/>
            <a:ext cx="5554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the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632847" y="1323380"/>
            <a:ext cx="4786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111478" y="1323380"/>
            <a:ext cx="45898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in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5077420" y="1535906"/>
            <a:ext cx="3495080" cy="207169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7" name="Shape 24"/>
          <p:cNvSpPr/>
          <p:nvPr/>
        </p:nvSpPr>
        <p:spPr>
          <a:xfrm>
            <a:off x="5077420" y="1535906"/>
            <a:ext cx="21431" cy="207169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5"/>
          <p:cNvSpPr/>
          <p:nvPr/>
        </p:nvSpPr>
        <p:spPr>
          <a:xfrm>
            <a:off x="5077420" y="1535906"/>
            <a:ext cx="3495080" cy="20716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app.json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5077420" y="1759148"/>
            <a:ext cx="16966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your Play Store listing.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714875" y="2085975"/>
            <a:ext cx="214313" cy="24645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69" dirty="0"/>
          </a:p>
        </p:txBody>
      </p:sp>
      <p:sp>
        <p:nvSpPr>
          <p:cNvPr id="31" name="Text 28"/>
          <p:cNvSpPr/>
          <p:nvPr/>
        </p:nvSpPr>
        <p:spPr>
          <a:xfrm>
            <a:off x="5072063" y="2085975"/>
            <a:ext cx="35004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5072063" y="2316361"/>
            <a:ext cx="3500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the Android App Bundle (.aab):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5072063" y="2544961"/>
            <a:ext cx="3500438" cy="187523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34" name="Shape 31"/>
          <p:cNvSpPr/>
          <p:nvPr/>
        </p:nvSpPr>
        <p:spPr>
          <a:xfrm>
            <a:off x="5072063" y="2544961"/>
            <a:ext cx="21431" cy="18752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2"/>
          <p:cNvSpPr/>
          <p:nvPr/>
        </p:nvSpPr>
        <p:spPr>
          <a:xfrm>
            <a:off x="5072063" y="2544961"/>
            <a:ext cx="3500438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eas build --platform android --profile production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4714875" y="2903934"/>
            <a:ext cx="216098" cy="246459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5073848" y="2903934"/>
            <a:ext cx="349865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</a:t>
            </a:r>
            <a:endParaRPr lang="en-US" sz="987" dirty="0"/>
          </a:p>
        </p:txBody>
      </p:sp>
      <p:sp>
        <p:nvSpPr>
          <p:cNvPr id="38" name="Text 35"/>
          <p:cNvSpPr/>
          <p:nvPr/>
        </p:nvSpPr>
        <p:spPr>
          <a:xfrm>
            <a:off x="5073848" y="3134320"/>
            <a:ext cx="34986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generated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.aab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to the Google Play Console for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release.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ChromeOS Installation (Web App / PWA)</a:t>
            </a:r>
            <a:endParaRPr lang="en-US" sz="1704" dirty="0"/>
          </a:p>
        </p:txBody>
      </p:sp>
      <p:sp>
        <p:nvSpPr>
          <p:cNvPr id="4" name="Text 1"/>
          <p:cNvSpPr/>
          <p:nvPr/>
        </p:nvSpPr>
        <p:spPr>
          <a:xfrm>
            <a:off x="571500" y="1005483"/>
            <a:ext cx="45434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SETUP INSTRUCTIONS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1401961"/>
            <a:ext cx="1589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837605" y="1401961"/>
            <a:ext cx="42773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Check: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 the Phoenix Core backend is running in your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(Crostini)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environment.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966317"/>
            <a:ext cx="1857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864394" y="1966317"/>
            <a:ext cx="35629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Open the Chrome browser on your Chromebook.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337792"/>
            <a:ext cx="1893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867966" y="2337792"/>
            <a:ext cx="42112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Navigate to your backend URL (e.g.,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http://localhost:8000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709267"/>
            <a:ext cx="1928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871538" y="2709267"/>
            <a:ext cx="42433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PWA: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Click the "Install" icon in the address bar to add Phoenix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to your app shelf.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543550" y="1005483"/>
            <a:ext cx="3028950" cy="2177979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4" name="Shape 11"/>
          <p:cNvSpPr/>
          <p:nvPr/>
        </p:nvSpPr>
        <p:spPr>
          <a:xfrm>
            <a:off x="5543550" y="1005483"/>
            <a:ext cx="3028950" cy="28575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15" name="Text 12"/>
          <p:cNvSpPr/>
          <p:nvPr/>
        </p:nvSpPr>
        <p:spPr>
          <a:xfrm>
            <a:off x="5757863" y="1219795"/>
            <a:ext cx="26003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⚠️ USB Writing Limitation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57863" y="1509117"/>
            <a:ext cx="2600325" cy="164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to ChromeOS security restrictions, direct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writing from the Linux container is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Workaround: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Download the OS image via Phoenix Core.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Rename the file extension from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.iso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.bin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Use the native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Chromebook Recovery Utility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write the drive.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28575" cy="291108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Connecting the Mobile App to the Backend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571500" y="1005483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1028700" y="1005483"/>
            <a:ext cx="40862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Phoenix Core Mobile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028700" y="1214438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app on your iOS, Android, or ChromeOS device.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1553040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1028700" y="1553040"/>
            <a:ext cx="40862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Settings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028700" y="1761995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the 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 in the bottom navigation bar.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2100597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1028700" y="2100597"/>
            <a:ext cx="40862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Backend URL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1028700" y="2320268"/>
            <a:ext cx="23806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your host machine's local IP and port: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3409355" y="2318482"/>
            <a:ext cx="1482328" cy="1589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16" name="Text 13"/>
          <p:cNvSpPr/>
          <p:nvPr/>
        </p:nvSpPr>
        <p:spPr>
          <a:xfrm>
            <a:off x="3409355" y="2318482"/>
            <a:ext cx="1482328" cy="15894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http://192.168.x.x:8000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571500" y="2648155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FF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1028700" y="2648155"/>
            <a:ext cx="40862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&amp; Save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1028700" y="2857109"/>
            <a:ext cx="40862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Connection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Once verified, tap 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URL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save.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5843588" y="1005483"/>
            <a:ext cx="27289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TROUBLESHOOTING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5843588" y="1366242"/>
            <a:ext cx="27289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Failed?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843588" y="1553766"/>
            <a:ext cx="183058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the backend server is running (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5843588" y="1537692"/>
            <a:ext cx="2480667" cy="312539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4" name="Text 21"/>
          <p:cNvSpPr/>
          <p:nvPr/>
        </p:nvSpPr>
        <p:spPr>
          <a:xfrm>
            <a:off x="5843588" y="1537692"/>
            <a:ext cx="2480667" cy="31253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python3.11 main.py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6311503" y="1707356"/>
            <a:ext cx="105548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on the host machine.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5843588" y="1989534"/>
            <a:ext cx="27289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Blocked?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5843588" y="2177058"/>
            <a:ext cx="7375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that port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6581180" y="2160984"/>
            <a:ext cx="328613" cy="1589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29" name="Text 26"/>
          <p:cNvSpPr/>
          <p:nvPr/>
        </p:nvSpPr>
        <p:spPr>
          <a:xfrm>
            <a:off x="6581180" y="2160984"/>
            <a:ext cx="328613" cy="15894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8000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6909792" y="2177058"/>
            <a:ext cx="15823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open for inbound traffic on the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5843588" y="2330648"/>
            <a:ext cx="11179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machine's firewall.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843588" y="2609255"/>
            <a:ext cx="27289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IP Address?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5843588" y="2796778"/>
            <a:ext cx="2160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727" dirty="0"/>
          </a:p>
        </p:txBody>
      </p:sp>
      <p:sp>
        <p:nvSpPr>
          <p:cNvPr id="34" name="Shape 31"/>
          <p:cNvSpPr/>
          <p:nvPr/>
        </p:nvSpPr>
        <p:spPr>
          <a:xfrm>
            <a:off x="6059686" y="2780705"/>
            <a:ext cx="571500" cy="1589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35" name="Text 32"/>
          <p:cNvSpPr/>
          <p:nvPr/>
        </p:nvSpPr>
        <p:spPr>
          <a:xfrm>
            <a:off x="6059686" y="2780705"/>
            <a:ext cx="571500" cy="15894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ipconfig</a:t>
            </a:r>
            <a:endParaRPr lang="en-US" sz="727" dirty="0"/>
          </a:p>
        </p:txBody>
      </p:sp>
      <p:sp>
        <p:nvSpPr>
          <p:cNvPr id="36" name="Text 33"/>
          <p:cNvSpPr/>
          <p:nvPr/>
        </p:nvSpPr>
        <p:spPr>
          <a:xfrm>
            <a:off x="6631186" y="2796778"/>
            <a:ext cx="6929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(Windows) or</a:t>
            </a:r>
            <a:endParaRPr lang="en-US" sz="727" dirty="0"/>
          </a:p>
        </p:txBody>
      </p:sp>
      <p:sp>
        <p:nvSpPr>
          <p:cNvPr id="37" name="Shape 34"/>
          <p:cNvSpPr/>
          <p:nvPr/>
        </p:nvSpPr>
        <p:spPr>
          <a:xfrm>
            <a:off x="7324130" y="2780705"/>
            <a:ext cx="571500" cy="158948"/>
          </a:xfrm>
          <a:prstGeom prst="rect">
            <a:avLst/>
          </a:prstGeom>
          <a:solidFill>
            <a:srgbClr val="1A1A24"/>
          </a:solidFill>
          <a:ln/>
        </p:spPr>
      </p:sp>
      <p:sp>
        <p:nvSpPr>
          <p:cNvPr id="38" name="Text 35"/>
          <p:cNvSpPr/>
          <p:nvPr/>
        </p:nvSpPr>
        <p:spPr>
          <a:xfrm>
            <a:off x="7324130" y="2780705"/>
            <a:ext cx="571500" cy="15894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00FF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ifconfig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7895630" y="2796778"/>
            <a:ext cx="5929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(Linux/Mac)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5843588" y="2950369"/>
            <a:ext cx="124837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find the correct local IP.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Usage &amp; Workflow Overview</a:t>
            </a:r>
            <a:endParaRPr lang="en-US" sz="1704" dirty="0"/>
          </a:p>
        </p:txBody>
      </p:sp>
      <p:sp>
        <p:nvSpPr>
          <p:cNvPr id="4" name="Text 1"/>
          <p:cNvSpPr/>
          <p:nvPr/>
        </p:nvSpPr>
        <p:spPr>
          <a:xfrm>
            <a:off x="571500" y="1005483"/>
            <a:ext cx="3786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 APP SECTIONS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1366242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575197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real-time system metrics (CPU, RAM, Disk) and overall health of your host machine.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073808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282763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all connected USB devices. Select and validate target drives for OS deployment.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781374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USB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2990329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an OS recipe, confirm safety checks, and initiate the USB creation process.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488941"/>
            <a:ext cx="37861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3697895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backend connection, run system diagnostics, and view app information.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786313" y="1005483"/>
            <a:ext cx="3786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 WORKFLOW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4786313" y="1366242"/>
            <a:ext cx="178594" cy="19645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72063" y="1366242"/>
            <a:ext cx="25521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 a blank USB drive into your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machine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786313" y="1669852"/>
            <a:ext cx="178594" cy="19645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72063" y="1669852"/>
            <a:ext cx="33914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Phoenix Core Mobile, go to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select the drive.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4786313" y="1973461"/>
            <a:ext cx="180380" cy="19645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73848" y="1973461"/>
            <a:ext cx="33789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USB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choose an OS recipe (e.g., Ubuntu).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786313" y="2277070"/>
            <a:ext cx="183952" cy="19645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77420" y="2277070"/>
            <a:ext cx="28771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Check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start the build process.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786313" y="2580680"/>
            <a:ext cx="178594" cy="19645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72063" y="2580680"/>
            <a:ext cx="33397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progress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logs from your mobile device.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786313" y="2884289"/>
            <a:ext cx="180380" cy="19645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73848" y="2884289"/>
            <a:ext cx="33111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a notification when 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is ready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deployment.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911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Troubleshooting &amp; Support</a:t>
            </a:r>
            <a:endParaRPr lang="en-US" sz="1704" dirty="0"/>
          </a:p>
        </p:txBody>
      </p:sp>
      <p:sp>
        <p:nvSpPr>
          <p:cNvPr id="4" name="Shape 1"/>
          <p:cNvSpPr/>
          <p:nvPr/>
        </p:nvSpPr>
        <p:spPr>
          <a:xfrm>
            <a:off x="571500" y="1005483"/>
            <a:ext cx="3893344" cy="1675209"/>
          </a:xfrm>
          <a:prstGeom prst="rect">
            <a:avLst/>
          </a:prstGeom>
          <a:solidFill>
            <a:srgbClr val="11111A"/>
          </a:solidFill>
          <a:ln w="9144">
            <a:solidFill>
              <a:srgbClr val="2A2A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148358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NOT REACHABLE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50094" y="14376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backend server is running (python3.11 main.py)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750094" y="16662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host machine's firewall settings for port 8000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50094" y="18948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correct IP address/hostname in mobile app settings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750094" y="21234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both devices are on the same local network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4679156" y="1005483"/>
            <a:ext cx="3893344" cy="1675209"/>
          </a:xfrm>
          <a:prstGeom prst="rect">
            <a:avLst/>
          </a:prstGeom>
          <a:solidFill>
            <a:srgbClr val="11111A"/>
          </a:solidFill>
          <a:ln w="9144">
            <a:solidFill>
              <a:srgbClr val="2A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094" y="14376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50094" y="16662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50094" y="18948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50094" y="21234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857750" y="1148358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USB DEVICE NOT DETECTED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57750" y="14376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the USB drive is securely connected to the host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857750" y="16662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host machine permissions for /dev/sdX devices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4857750" y="18948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"Refresh" button in the Devices screen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4857750" y="2123480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a different USB port or cable if available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71500" y="2887861"/>
            <a:ext cx="3893344" cy="1682353"/>
          </a:xfrm>
          <a:prstGeom prst="rect">
            <a:avLst/>
          </a:prstGeom>
          <a:solidFill>
            <a:srgbClr val="11111A"/>
          </a:solidFill>
          <a:ln w="9144">
            <a:solidFill>
              <a:srgbClr val="2A2A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0" y="14376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4857750" y="16662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857750" y="18948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4857750" y="2123480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750094" y="3030736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ERRORS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50094" y="3320058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real-time build logs for specific error codes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750094" y="3548658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sufficient disk space on the target USB drive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750094" y="3777258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the integrity of the source OS image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750094" y="4005858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running a "Dry-Run" build to isolate software issues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4679156" y="2887861"/>
            <a:ext cx="3893344" cy="1682353"/>
          </a:xfrm>
          <a:prstGeom prst="rect">
            <a:avLst/>
          </a:prstGeom>
          <a:solidFill>
            <a:srgbClr val="11111A"/>
          </a:solidFill>
          <a:ln w="9144">
            <a:solidFill>
              <a:srgbClr val="2A2A3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0094" y="3320058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750094" y="3548658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750094" y="3777258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750094" y="4005858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4857750" y="3037880"/>
            <a:ext cx="35361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spc="1" kern="0" dirty="0">
                <a:solidFill>
                  <a:srgbClr val="FF0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CHROMEOS SPECIFICS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857750" y="3327202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writing is restricted; use Chromebook Recovery Utility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4857750" y="3555802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 .iso files to .bin before using native utility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4857750" y="3784402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Linux (Crostini) has USB pass-through enabled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4857750" y="4013002"/>
            <a:ext cx="3536156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Crostini disk space for image downloads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4857750" y="3327202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4857750" y="3555802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4857750" y="3784402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4857750" y="4013002"/>
            <a:ext cx="71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571500" y="5005983"/>
            <a:ext cx="41219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detailed technical documentation, refer to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INTEGRATION_ANALYSIS.md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6688336" y="5005983"/>
            <a:ext cx="18841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help?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https://help.manus.im</a:t>
            </a:r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12852" y="1625092"/>
            <a:ext cx="3518297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145" b="1" spc="3" kern="0" dirty="0">
                <a:solidFill>
                  <a:srgbClr val="00D4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YOU!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3223617" y="2610064"/>
            <a:ext cx="26967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Answers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2221706" y="3522678"/>
            <a:ext cx="47005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00FF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PHOENIX CORE - EMPOWERING OS DEPLOYMENT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2026-03-13T02:12:42Z</dcterms:created>
  <dcterms:modified xsi:type="dcterms:W3CDTF">2026-03-13T02:12:42Z</dcterms:modified>
</cp:coreProperties>
</file>